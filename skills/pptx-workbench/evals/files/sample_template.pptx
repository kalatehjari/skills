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{{client}} —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for {{client}}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